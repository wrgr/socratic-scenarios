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945600" cy="3291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in_poster_hi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1945600" cy="32918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